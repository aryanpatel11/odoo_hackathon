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FleetFlow  COMMAND CENTER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FleetFlow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6334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C4C2"/>
                </a:solidFill>
              </a:rPr>
              <a:t>An intelligent, real-time fleet management platform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C4C2"/>
                </a:solidFill>
              </a:rPr>
              <a:t>for vehicles · drivers · trips · maintenance · fuel · analytics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2194560" cy="749808"/>
          </a:xfrm>
          <a:prstGeom prst="rect">
            <a:avLst/>
          </a:prstGeom>
          <a:solidFill>
            <a:srgbClr val="0D2D3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B4A6"/>
                </a:solidFill>
              </a:rPr>
              <a:t>9 Modules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2"/>
                </a:solidFill>
              </a:rPr>
              <a:t>Platform Screens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3456432"/>
            <a:ext cx="2194560" cy="749808"/>
          </a:xfrm>
          <a:prstGeom prst="rect">
            <a:avLst/>
          </a:prstGeom>
          <a:solidFill>
            <a:srgbClr val="0D2D3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B4A6"/>
                </a:solidFill>
              </a:rPr>
              <a:t>6 Vehicles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8346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2"/>
                </a:solidFill>
              </a:rPr>
              <a:t>Fleet Registered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3456432"/>
            <a:ext cx="2194560" cy="749808"/>
          </a:xfrm>
          <a:prstGeom prst="rect">
            <a:avLst/>
          </a:prstGeom>
          <a:solidFill>
            <a:srgbClr val="0D2D3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B4A6"/>
                </a:solidFill>
              </a:rPr>
              <a:t>5 Drivers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035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2"/>
                </a:solidFill>
              </a:rPr>
              <a:t>Active Profiles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" y="44348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2A"/>
                </a:solidFill>
              </a:rPr>
              <a:t>Presented: Saturday, 21 February 2026  ·  Built for modern logistics fleet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Command Center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Dashboard — Real-time fleet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521208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521208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04688" y="932688"/>
            <a:ext cx="345643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932688"/>
            <a:ext cx="3456432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1078992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00B4A6">
              <a:alpha val="12000"/>
            </a:srgbClr>
          </a:solidFill>
          <a:ln w="12700">
            <a:solidFill>
              <a:srgbClr val="00B4A6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078992"/>
            <a:ext cx="312724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481328"/>
            <a:ext cx="312724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1636776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1618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provides a real-time overview of fleet operations.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2441448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53328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active vehicles, maintenance alerts, and fleet utilization.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172968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246120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53328" y="3227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filter data by region, vehicle type, and status.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977640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87568" y="4050792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4032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in quick decision-making by displaying key performance indicators at a glance.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1016000" cy="1691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01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Vehicle Registry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Manage your fleet assets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521208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521208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04688" y="932688"/>
            <a:ext cx="345643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932688"/>
            <a:ext cx="3456432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1078992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078992"/>
            <a:ext cx="312724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481328"/>
            <a:ext cx="312724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1636776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1618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stores complete details of all fleet vehicles.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2441448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53328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add, edit, or delete vehicle records.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172968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24612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53328" y="3227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status (Available / In Shop) is updated here.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977640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87568" y="405079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4032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operational cost and usage data are tracked for each vehicle.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2032000" cy="1691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02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Add New Vehicle 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Register a new vehicle in the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347472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347472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932688"/>
            <a:ext cx="519379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94760" y="932688"/>
            <a:ext cx="519379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59352" y="1078992"/>
            <a:ext cx="4864608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59352" y="1078992"/>
            <a:ext cx="486460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59352" y="1481328"/>
            <a:ext cx="486460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77640" y="1636776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77640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343400" y="16184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 is used to register a new vehicle in the system.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959352" y="2368296"/>
            <a:ext cx="486460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77640" y="2441448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7764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43400" y="24231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license plate ensures proper vehicle identification.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959352" y="3172968"/>
            <a:ext cx="486460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77640" y="324612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776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43400" y="322783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region help in trip planning and filtering.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59352" y="3977640"/>
            <a:ext cx="486460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77640" y="4050792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7764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343400" y="403250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vehicles become immediately available for dispatch.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3048000" cy="1691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03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Trip Dispatcher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Create and manage delivery trips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521208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521208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04688" y="932688"/>
            <a:ext cx="345643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932688"/>
            <a:ext cx="345643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1078992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078992"/>
            <a:ext cx="312724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481328"/>
            <a:ext cx="312724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16367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1618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is used to create and manage delivery trips.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244144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53328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can be tracked based on status: Draft, Active, or Completed.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172968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2461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53328" y="3227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 includes vehicle, driver, route, cargo, and revenue details.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977640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87568" y="405079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4032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ensures efficient trip planning and monitoring.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4064000" cy="1691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04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Create Trip 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Plan and dispatch a delivery trip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347472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347472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932688"/>
            <a:ext cx="519379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94760" y="932688"/>
            <a:ext cx="519379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59352" y="1078992"/>
            <a:ext cx="4864608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59352" y="1078992"/>
            <a:ext cx="486460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59352" y="1481328"/>
            <a:ext cx="486460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77640" y="163677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77640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343400" y="16184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available vehicles and valid drivers can be selected.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959352" y="2368296"/>
            <a:ext cx="486460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77640" y="244144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7764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43400" y="24231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weight is validated against vehicle capacity.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959352" y="3172968"/>
            <a:ext cx="486460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77640" y="324612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776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43400" y="322783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distance are recorded for performance analysis.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59352" y="3977640"/>
            <a:ext cx="486460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77640" y="405079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7764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343400" y="403250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can be saved as draft or dispatched instantly.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5080000" cy="1691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05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Maintenance Logs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Preventative and reactive fleet health tracking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521208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521208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04688" y="932688"/>
            <a:ext cx="345643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932688"/>
            <a:ext cx="345643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1078992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078992"/>
            <a:ext cx="312724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481328"/>
            <a:ext cx="312724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1636776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1618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tracks vehicle service and repair history.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244144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53328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log maintenance type, cost, and technician details.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172968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24612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53328" y="3227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status can be updated when work is completed.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977640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87568" y="405079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4032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in preventive maintenance and cost control.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6096000" cy="1691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06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 Fuel &amp; Expenses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Track operational costs per vehicle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521208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521208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04688" y="932688"/>
            <a:ext cx="345643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932688"/>
            <a:ext cx="345643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1078992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078992"/>
            <a:ext cx="312724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481328"/>
            <a:ext cx="312724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16367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1618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records fuel usage and operational expenses.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244144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53328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vehicle is calculated automatically.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172968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2461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53328" y="3227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history includes date, liters, price, and station.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977640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87568" y="405079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4032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total fleet operational cost for analysis.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7112000" cy="1691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07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Driver Profiles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HR, compliance &amp; safety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521208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521208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04688" y="932688"/>
            <a:ext cx="345643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932688"/>
            <a:ext cx="345643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1078992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078992"/>
            <a:ext cx="312724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481328"/>
            <a:ext cx="312724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163677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1618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driver information, license details, and contact data.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244144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53328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expiry is monitored for compliance.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172968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24612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53328" y="3227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with expired licenses are automatically blocked.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977640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87568" y="405079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4032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 and trip completion rate are tracked.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8128000" cy="1691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08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&amp; Reports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C2"/>
                </a:solidFill>
              </a:rPr>
              <a:t>Data-driven fleet performance insights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FleetFlow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6B7280"/>
                </a:solidFill>
              </a:rPr>
              <a:t>COMMAND CENTER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932688"/>
            <a:ext cx="5212080" cy="4041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4592" y="932688"/>
            <a:ext cx="5212080" cy="40416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04688" y="932688"/>
            <a:ext cx="345643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932688"/>
            <a:ext cx="3456432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1078992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00B4A6">
              <a:alpha val="12000"/>
            </a:srgbClr>
          </a:solidFill>
          <a:ln w="12700">
            <a:solidFill>
              <a:srgbClr val="00B4A6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1078992"/>
            <a:ext cx="312724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</a:rPr>
              <a:t>📌  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481328"/>
            <a:ext cx="3127248" cy="18288"/>
          </a:xfrm>
          <a:prstGeom prst="rect">
            <a:avLst/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1636776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3328" y="1618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financial and performance insights of the fleet.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368296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87568" y="2441448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53328" y="2423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revenue, fuel cost, maintenance, and net profit.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172968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87568" y="3246120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8756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53328" y="3227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ROI and fuel efficiency are calculated.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977640"/>
            <a:ext cx="312724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87568" y="4050792"/>
            <a:ext cx="274320" cy="27432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53328" y="4032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can be exported as CSV or PDF for offline use.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 w="12700">
            <a:solidFill>
              <a:srgbClr val="0D1F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09 / 09  ·  FleetFlow Command Center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46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3152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🏗  System Architecture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8C4C2"/>
                </a:solidFill>
                <a:latin typeface="Calibri"/>
              </a:rPr>
              <a:t>FleetFlow — System Architecture &amp; User Flow |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B4A6"/>
                </a:solidFill>
                <a:latin typeface="Calibri"/>
              </a:rPr>
              <a:t>FleetFlow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02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Calibri"/>
              </a:rPr>
              <a:t>COMMAND CENTER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818" y="932688"/>
            <a:ext cx="2898363" cy="38587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Architecture  ·  FleetFlow Command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FleetFlow Command Center</dc:title>
  <dc:subject>PptxGenJS Presentation</dc:subject>
  <dc:creator>PptxGenJS</dc:creator>
  <cp:lastModifiedBy>PptxGenJS</cp:lastModifiedBy>
  <cp:revision>1</cp:revision>
  <dcterms:created xsi:type="dcterms:W3CDTF">2026-02-21T10:47:42Z</dcterms:created>
  <dcterms:modified xsi:type="dcterms:W3CDTF">2026-02-21T10:47:42Z</dcterms:modified>
</cp:coreProperties>
</file>